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神的作為：忠心地與神同工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哥林多前書 3:5-15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Rev. Patrick Y. Lin | 2026-05-10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哥林多前書 3:5-15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⁵ 亞波羅算什麼？保羅算什麼？無非是執事，照主所賜給他們各人的，引導你們相信。⁶ 我栽種了，亞波羅澆灌了，惟有神叫他生長。⁷ 可見栽種的算不得什麼，澆灌的也算不得什麼，只在那叫他生長的神。⁸ 栽種的和澆灌的都是一樣，但將來各人要照自己的工夫得自己的賞賜。⁹ 因為我們是與神同工的，你們是神所耕種的田地，所建造的房屋。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哥林多前書 3:5-15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¹⁰ 我照神所給我的恩，好像一個聰明的工頭，立好了根基，有別人在上面建造，只是各人要謹慎怎樣在上面建造。¹¹ 因為那已經立好的根基就是耶穌基督，此外沒有人能立別的根基。¹² 若有人用金、銀、寶石，在這根基上建造，也有人用草木、禾秸建造，¹³ 各人的工程必然顯露，因為那日子要將它表明出來，有火發現，這火要試驗各人的工程怎樣。¹⁴ 人在那根基上所建造的工程若存得住，他就要得賞賜；¹⁵ 人的工程若被燒了，他就要受虧損，自己卻要得救，雖然得救，乃像從火裡經過的一樣。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信息大綱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一、僕人的角色：謙卑的同工（vv. 5-9）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二、唯一的根基：耶穌基督（vv. 10-11）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三、忠心的建造：為永恆的工程（vv. 12-15）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一、僕人的角色：謙卑的同工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哥林多前書 3:5-9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惟有神叫他生長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— 哥林多前書 3:6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二、唯一的根基：耶穌基督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哥林多前書 3:10-11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根基只有一個：耶穌基督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三、忠心的建造：為永恆的工程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哥林多前書 3:12-15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兩種材料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金、銀、寶石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貴重的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持久的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經得起考驗的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有永恆價值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草木、禾秸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便宜的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暫時的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容易燃燒的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只有暫時效果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神的作為：忠心地與神同工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5603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</a:rPr>
              <a:t>唯有祂叫教會生長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</a:rPr>
              <a:t>祂已經立好基督的根基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</a:rPr>
              <a:t>祂在那日子要試驗各人的工程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回應詩歌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根基穩固歌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</a:rPr>
              <a:t>The Church's One Foundation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2026-04-25T23:46:04Z</dcterms:created>
  <dcterms:modified xsi:type="dcterms:W3CDTF">2026-04-25T23:46:04Z</dcterms:modified>
</cp:coreProperties>
</file>